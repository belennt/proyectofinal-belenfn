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3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4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0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6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0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6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2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4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6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89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62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46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2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5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Final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Belén </a:t>
            </a:r>
            <a:r>
              <a:rPr lang="es-EC" dirty="0"/>
              <a:t>Navas</a:t>
            </a:r>
            <a:endParaRPr dirty="0"/>
          </a:p>
          <a:p>
            <a:r>
              <a:rPr dirty="0"/>
              <a:t>Testing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móvil</a:t>
            </a:r>
            <a:r>
              <a:rPr lang="es-EC" dirty="0"/>
              <a:t> Instagram Lite</a:t>
            </a:r>
            <a:endParaRPr dirty="0"/>
          </a:p>
          <a:p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Ejecutar pruebas funcionales</a:t>
            </a:r>
          </a:p>
          <a:p>
            <a:r>
              <a:t>• Validar historias de usuario</a:t>
            </a:r>
          </a:p>
          <a:p>
            <a:r>
              <a:t>• Documentar evidencias</a:t>
            </a:r>
          </a:p>
          <a:p>
            <a:r>
              <a:t>• Identificar defectos y mejoras</a:t>
            </a:r>
          </a:p>
          <a:p>
            <a:r>
              <a:t>• Presentar resultados finales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Evaluada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Aplicación: Instagram Lite</a:t>
            </a:r>
          </a:p>
          <a:p>
            <a:r>
              <a:t>Plataforma: Android</a:t>
            </a:r>
          </a:p>
          <a:p>
            <a:r>
              <a:t>Tipo de pruebas: Funcionales y de interfaz</a:t>
            </a:r>
          </a:p>
          <a:p>
            <a:r>
              <a:t>Entorno de prueba: Dispositivo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Prueba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Diseño de casos basados en historias de usuario</a:t>
            </a:r>
          </a:p>
          <a:p>
            <a:r>
              <a:t>• Validación de login</a:t>
            </a:r>
          </a:p>
          <a:p>
            <a:r>
              <a:t>• Validación de navegación</a:t>
            </a:r>
          </a:p>
          <a:p>
            <a:r>
              <a:t>• Validación de publicación de contenido</a:t>
            </a:r>
          </a:p>
          <a:p>
            <a:r>
              <a:t>• Verificación de mensajes y notificaciones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Capturas de pantalla de ejecución</a:t>
            </a:r>
          </a:p>
          <a:p>
            <a:r>
              <a:t>• Resultados esperados vs resultados obtenidos</a:t>
            </a:r>
          </a:p>
          <a:p>
            <a:r>
              <a:t>• Evidencia de pruebas exitosas</a:t>
            </a:r>
          </a:p>
          <a:p>
            <a:r>
              <a:t>• Registro de posibles fallos detectados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Historias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HU1: Inicio de sesión exitoso</a:t>
            </a:r>
          </a:p>
          <a:p>
            <a:r>
              <a:t>• HU2: Publicación de contenido</a:t>
            </a:r>
          </a:p>
          <a:p>
            <a:r>
              <a:t>• HU3: Navegación en perfil</a:t>
            </a:r>
          </a:p>
          <a:p>
            <a:r>
              <a:t>Criterios de aceptación validados en cada prueba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Casos ejecutados correctamente</a:t>
            </a:r>
          </a:p>
          <a:p>
            <a:r>
              <a:t>• Identificación de mejoras</a:t>
            </a:r>
          </a:p>
          <a:p>
            <a:r>
              <a:t>• Cumplimiento de criterios funcionales</a:t>
            </a:r>
          </a:p>
          <a:p>
            <a:r>
              <a:t>• Documentación completa en repositorio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Aplicación cumple funciones principales</a:t>
            </a:r>
          </a:p>
          <a:p>
            <a:r>
              <a:t>• Importancia del testing en calidad de software</a:t>
            </a:r>
          </a:p>
          <a:p>
            <a:r>
              <a:t>• Experiencia práctica en documentación QA</a:t>
            </a:r>
          </a:p>
          <a:p>
            <a:r>
              <a:t>• Proyecto entregado con evidencias completas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189</Words>
  <Application>Microsoft Office PowerPoint</Application>
  <PresentationFormat>Presentación en pantalla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Sala de reuniones Ion</vt:lpstr>
      <vt:lpstr>Proyecto Final QA</vt:lpstr>
      <vt:lpstr>Objetivos del Proyecto</vt:lpstr>
      <vt:lpstr>Aplicación Evaluada</vt:lpstr>
      <vt:lpstr>Casos de Prueba</vt:lpstr>
      <vt:lpstr>Evidencias</vt:lpstr>
      <vt:lpstr>Historias de Usuario</vt:lpstr>
      <vt:lpstr>Resultados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QA</dc:title>
  <dc:subject/>
  <dc:creator>Belén Fn</dc:creator>
  <cp:keywords/>
  <dc:description>generated using python-pptx</dc:description>
  <cp:lastModifiedBy>Belén Fn</cp:lastModifiedBy>
  <cp:revision>3</cp:revision>
  <dcterms:created xsi:type="dcterms:W3CDTF">2013-01-27T09:14:16Z</dcterms:created>
  <dcterms:modified xsi:type="dcterms:W3CDTF">2026-02-26T22:47:01Z</dcterms:modified>
  <cp:category/>
</cp:coreProperties>
</file>